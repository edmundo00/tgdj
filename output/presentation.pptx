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Edgardo Donato / Horacio Lagos - A oscuras</a:t>
            </a:r>
          </a:p>
          <a:p>
            <a:r>
              <a:t>Edgardo Donato / Horacio Lagos - Alas rotas</a:t>
            </a:r>
          </a:p>
          <a:p>
            <a:r>
              <a:t>Edgardo Donato / Horacio Lagos - El adiós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Marcela Morelo - Para Toda la Vida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Ricardo Tanturi / Alberto Castillo - La vida es corta</a:t>
            </a:r>
          </a:p>
          <a:p>
            <a:r>
              <a:t>Ricardo Tanturi / Alberto Castillo - Pocas palabras</a:t>
            </a:r>
          </a:p>
          <a:p>
            <a:r>
              <a:t>Ricardo Tanturi / Alberto Castillo - Mi piba (Mi piba linda)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KAROL G - Si Antes Te Hubiera Conocido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Rodolfo Biagi / Jorge Ortiz - Humillación</a:t>
            </a:r>
          </a:p>
          <a:p>
            <a:r>
              <a:t>Rodolfo Biagi / Jorge Ortiz - Indiferencia</a:t>
            </a:r>
          </a:p>
          <a:p>
            <a:r>
              <a:t>Rodolfo Biagi / Jorge Ortiz - Todo te nombra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 Chao - Petite Blonde Du Boulevard Brune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Francisco Canaro / Ernesto Famá - Milonga del novecientos</a:t>
            </a:r>
          </a:p>
          <a:p>
            <a:r>
              <a:t>Francisco Canaro / Roberto Maida - Silueta porteña</a:t>
            </a:r>
          </a:p>
          <a:p>
            <a:r>
              <a:t>Francisco Canaro / Roberto Maida - Milonga criolla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Tones and I - Dance Monkey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Juan D'Arienzo / Alberto Echagüe - Qué importa</a:t>
            </a:r>
          </a:p>
          <a:p>
            <a:r>
              <a:t>Juan D'Arienzo / Alberto Echagüe - Amarroto</a:t>
            </a:r>
          </a:p>
          <a:p>
            <a:r>
              <a:t>Juan D'Arienzo / Alberto Echagüe - Dos dedos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Chuck Berry - School Day (Ring Ring Goes The Bell)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Ricardo Malerba / Orlando Medina - Gitana rusa</a:t>
            </a:r>
          </a:p>
          <a:p>
            <a:r>
              <a:t>Ricardo Malerba / Orlando Medina - Embrujamiento</a:t>
            </a:r>
          </a:p>
          <a:p>
            <a:r>
              <a:t>Ricardo Malerba / Orlando Medina - La piba de los jazmines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Juanes - La camisa negra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Osvaldo Fresedo / Ricardo Ruiz - Buscándote</a:t>
            </a:r>
          </a:p>
          <a:p>
            <a:r>
              <a:t>Osvaldo Fresedo / Ricardo Ruiz - Despues del carnaval</a:t>
            </a:r>
          </a:p>
          <a:p>
            <a:r>
              <a:t>Osvaldo Fresedo / Ricardo Ruiz - Vida querida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Raphael - Caravane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Sexteto Cristal / Guillermo Rozenthuler - La tapera</a:t>
            </a:r>
          </a:p>
          <a:p>
            <a:r>
              <a:t>Sexteto Cristal / Guillermo Rozenthuler - Quién será</a:t>
            </a:r>
          </a:p>
          <a:p>
            <a:r>
              <a:t>Sexteto Cristal / Guillermo Rozenthuler - Noches de Invierno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Baby Don't Hurt Me - David Guetta &amp; Anne-Marie &amp; Coi Leray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Aníbal Troilo / Francisco Fiorentino - Te aconsejo que me olvides</a:t>
            </a:r>
          </a:p>
          <a:p>
            <a:r>
              <a:t>Aníbal Troilo / Francisco Fiorentino - Tinta roja</a:t>
            </a:r>
          </a:p>
          <a:p>
            <a:r>
              <a:t>Aníbal Troilo / Francisco Fiorentino - Maragata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Canto del Loco, Natalia Lafourcade - Contigo (feat. Natalia Lafourcade)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Francisco Lomuto / Fernando Díaz - Puerto nuevo</a:t>
            </a:r>
          </a:p>
          <a:p>
            <a:r>
              <a:t>Francisco Lomuto / Fernando Díaz - La gayola</a:t>
            </a:r>
          </a:p>
          <a:p>
            <a:r>
              <a:t>Francisco Lomuto / Fernando Díaz - Quiero verte una vez más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Clean Bandit, Demi Lovato, Yxng Bane - Solo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Osvaldo Pugliese - Seguime si podés</a:t>
            </a:r>
          </a:p>
          <a:p>
            <a:r>
              <a:t>Osvaldo Pugliese - La mariposa</a:t>
            </a:r>
          </a:p>
          <a:p>
            <a:r>
              <a:t>Osvaldo Pugliese - Patético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Habanot Nechama - So Far (להיות)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Carlos di Sarli / Roberto Rufino - Pena mulata</a:t>
            </a:r>
          </a:p>
          <a:p>
            <a:r>
              <a:t>Carlos di Sarli / Roberto Rufino - Zorzal</a:t>
            </a:r>
          </a:p>
          <a:p>
            <a:r>
              <a:t>Carlos di Sarli / Roberto Rufino - La mulateada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Adele - Someone Like You (Live Acoustic)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Edgardo Donato / Romeo Gavioli y Lita Morales - Mi serenata</a:t>
            </a:r>
          </a:p>
          <a:p>
            <a:r>
              <a:t>Edgardo Donato / Romeo Gavioli y Lita Morales - Yo te amo</a:t>
            </a:r>
          </a:p>
          <a:p>
            <a:r>
              <a:t>Edgardo Donato / Romeo Gavioli - La melodía del corazón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Roberta Flack - Killing Me Softly With His Song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Enrique Rodríguez / Armando Moreno - Yo tambien tuve un carino</a:t>
            </a:r>
          </a:p>
          <a:p>
            <a:r>
              <a:t>Enrique Rodríguez / Armando Moreno - En la buena y en la mala</a:t>
            </a:r>
          </a:p>
          <a:p>
            <a:r>
              <a:t>Enrique Rodríguez / Armando Moreno - Cómo se pianta la vida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Stephen Sanchez - Until I Found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Ángel D'Agostino / Ángel Vargas - El Yacaré</a:t>
            </a:r>
          </a:p>
          <a:p>
            <a:r>
              <a:t>Ángel D'Agostino / Ángel Vargas - Adiós arrabal</a:t>
            </a:r>
          </a:p>
          <a:p>
            <a:r>
              <a:t>Ángel D'Agostino / Ángel Vargas - Una pena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Felix Jaehn Feat. Jasime Thompson - Ain't Nobody (Loves Me Better)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Miguel Caló / Alberto Podestá - Bajo un cielo de estrellas</a:t>
            </a:r>
          </a:p>
          <a:p>
            <a:r>
              <a:t>Miguel Caló / Alberto Podestá - Pedacito de cielo</a:t>
            </a:r>
          </a:p>
          <a:p>
            <a:r>
              <a:t>Miguel Caló / Raul Iriarte - Flor de lino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Andrés Calamaro - Flaca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Rodolfo Biagi - El Yaguarón</a:t>
            </a:r>
          </a:p>
          <a:p>
            <a:r>
              <a:t>Rodolfo Biagi - Bélgica</a:t>
            </a:r>
          </a:p>
          <a:p>
            <a:r>
              <a:t>Rodolfo Biagi - Pura clase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Zaz - La Vie en rose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Ricardo Tanturi - Una noche de garufa</a:t>
            </a:r>
          </a:p>
          <a:p>
            <a:r>
              <a:t>Ricardo Tanturi - Argañaraz (Aquellas farras)</a:t>
            </a:r>
          </a:p>
          <a:p>
            <a:r>
              <a:t>Ricardo Tanturi - Comparsa criolla (Comme il faut)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Olivia Rodrigo - Vampire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Juan D'Arienzo / Héctor Mauré - El olivo</a:t>
            </a:r>
          </a:p>
          <a:p>
            <a:r>
              <a:t>Juan D'Arienzo / Héctor Mauré - Si la llegaran a ver</a:t>
            </a:r>
          </a:p>
          <a:p>
            <a:r>
              <a:t>Juan D'Arienzo / Héctor Mauré - Amarras</a:t>
            </a:r>
          </a:p>
          <a:p>
            <a:r>
              <a:t>Juan D'Arienzo - La cumparsita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8400" y="-21600"/>
            <a:ext cx="114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0">
                <a:solidFill>
                  <a:srgbClr val="000000"/>
                </a:solidFill>
                <a:latin typeface="Arial"/>
              </a:rPr>
              <a:t>Milonga 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400" y="21600"/>
            <a:ext cx="114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0">
                <a:solidFill>
                  <a:srgbClr val="000000"/>
                </a:solidFill>
                <a:latin typeface="Arial"/>
              </a:rPr>
              <a:t>Milonga 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600" y="-21600"/>
            <a:ext cx="114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0">
                <a:solidFill>
                  <a:srgbClr val="000000"/>
                </a:solidFill>
                <a:latin typeface="Arial"/>
              </a:rPr>
              <a:t>Milonga 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21600"/>
            <a:ext cx="114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0">
                <a:solidFill>
                  <a:srgbClr val="000000"/>
                </a:solidFill>
                <a:latin typeface="Arial"/>
              </a:rPr>
              <a:t>Milonga Mia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0"/>
            <a:ext cx="114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0">
                <a:solidFill>
                  <a:srgbClr val="FFFFFF"/>
                </a:solidFill>
                <a:latin typeface="Arial"/>
              </a:rPr>
              <a:t>Milonga Mia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400" y="878400"/>
            <a:ext cx="1120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15 de Octubre de 2024 de 21:00 a 00:00 duracion: 3 horas y 0 minutos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400" y="921600"/>
            <a:ext cx="1120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15 de Octubre de 2024 de 21:00 a 00:00 duracion: 3 horas y 0 minutos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600" y="878400"/>
            <a:ext cx="1120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15 de Octubre de 2024 de 21:00 a 00:00 duracion: 3 horas y 0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00" y="921600"/>
            <a:ext cx="1120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15 de Octubre de 2024 de 21:00 a 00:00 duracion: 3 horas y 0 minutos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" y="900000"/>
            <a:ext cx="1120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rial"/>
              </a:rPr>
              <a:t>15 de Octubre de 2024 de 21:00 a 00:00 duracion: 3 horas y 0 minutos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400" y="6188400"/>
            <a:ext cx="1147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Arial"/>
              </a:rPr>
              <a:t>Duración total sin cortinas: 2 horas, 42 minutos y 26 segundos, Duración total estimada: 3 horas, 0 minutos y 26 segundos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400" y="6231600"/>
            <a:ext cx="1147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Arial"/>
              </a:rPr>
              <a:t>Duración total sin cortinas: 2 horas, 42 minutos y 26 segundos, Duración total estimada: 3 horas, 0 minutos y 26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6188400"/>
            <a:ext cx="1147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Arial"/>
              </a:rPr>
              <a:t>Duración total sin cortinas: 2 horas, 42 minutos y 26 segundos, Duración total estimada: 3 horas, 0 minutos y 26 segundos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600" y="6231600"/>
            <a:ext cx="1147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Arial"/>
              </a:rPr>
              <a:t>Duración total sin cortinas: 2 horas, 42 minutos y 26 segundos, Duración total estimada: 3 horas, 0 minutos y 26 segundos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6210000"/>
            <a:ext cx="1147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Duración total sin cortinas: 2 horas, 42 minutos y 26 segundos, Duración total estimada: 3 horas, 0 minutos y 26 segundos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400" y="132840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1 - Orquesta de Edgardo Donato Con Horacio Lagos, 3 temas con una duración de 8 minutos y 31 segundos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400" y="137160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1 - Orquesta de Edgardo Donato Con Horacio Lagos, 3 temas con una duración de 8 minutos y 31 segundos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600" y="132840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1 - Orquesta de Edgardo Donato Con Horacio Lagos, 3 temas con una duración de 8 minutos y 31 segundos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600" y="137160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1 - Orquesta de Edgardo Donato Con Horacio Lagos, 3 temas con una duración de 8 minutos y 31 segundos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135000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1 - Orquesta de Edgardo Donato Con Horacio Lagos, 3 temas con una duración de 8 minutos y 31 segundos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8400" y="153539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2 - Orquesta de Ricardo Tanturi Con Alberto Castillo, 3 temas con una duración de 7 minutos y 22 segundos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8400" y="157859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2 - Orquesta de Ricardo Tanturi Con Alberto Castillo, 3 temas con una duración de 7 minutos y 22 segundos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600" y="153539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2 - Orquesta de Ricardo Tanturi Con Alberto Castillo, 3 temas con una duración de 7 minutos y 22 segundos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600" y="157859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2 - Orquesta de Ricardo Tanturi Con Alberto Castillo, 3 temas con una duración de 7 minutos y 22 segundos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000" y="155699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2 - Orquesta de Ricardo Tanturi Con Alberto Castillo, 3 temas con una duración de 7 minutos y 22 segundos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400" y="174239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3 - Orquesta de Rodolfo Biagi Con Jorge Ortiz, 3 temas con una duración de 8 minutos y 47 segundos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400" y="178559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3 - Orquesta de Rodolfo Biagi Con Jorge Ortiz, 3 temas con una duración de 8 minutos y 47 segundos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600" y="174239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3 - Orquesta de Rodolfo Biagi Con Jorge Ortiz, 3 temas con una duración de 8 minutos y 47 segundos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600" y="178559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3 - Orquesta de Rodolfo Biagi Con Jorge Ortiz, 3 temas con una duración de 8 minutos y 47 segundos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000" y="176399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3 - Orquesta de Rodolfo Biagi Con Jorge Ortiz, 3 temas con una duración de 8 minutos y 47 segundos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8400" y="194939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4 - Orquesta de Francisco Canaro Milonga con Ernesto Famá y Roberto Maida, 3 temas con una duración de 8 minutos y 43 segundos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8400" y="199259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4 - Orquesta de Francisco Canaro Milonga con Ernesto Famá y Roberto Maida, 3 temas con una duración de 8 minutos y 43 segundos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600" y="194939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4 - Orquesta de Francisco Canaro Milonga con Ernesto Famá y Roberto Maida, 3 temas con una duración de 8 minutos y 43 segundos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600" y="199259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4 - Orquesta de Francisco Canaro Milonga con Ernesto Famá y Roberto Maida, 3 temas con una duración de 8 minutos y 43 segundos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000" y="197099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4 - Orquesta de Francisco Canaro Milonga con Ernesto Famá y Roberto Maida, 3 temas con una duración de 8 minutos y 43 segundos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8400" y="215639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5 - Orquesta de Juan D'Arienzo Con Alberto Echagüe, 3 temas con una duración de 8 minutos y 4 segundos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8400" y="219959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5 - Orquesta de Juan D'Arienzo Con Alberto Echagüe, 3 temas con una duración de 8 minutos y 4 segundos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600" y="215639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5 - Orquesta de Juan D'Arienzo Con Alberto Echagüe, 3 temas con una duración de 8 minutos y 4 segundos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600" y="219959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5 - Orquesta de Juan D'Arienzo Con Alberto Echagüe, 3 temas con una duración de 8 minutos y 4 segundos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0" y="217799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5 - Orquesta de Juan D'Arienzo Con Alberto Echagüe, 3 temas con una duración de 8 minutos y 4 segundos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8400" y="236339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6 - Orquesta de Ricardo Malerba Con Orlando Medina, 3 temas con una duración de 8 minutos y 33 segundos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8400" y="240659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6 - Orquesta de Ricardo Malerba Con Orlando Medina, 3 temas con una duración de 8 minutos y 33 segundos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600" y="236339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6 - Orquesta de Ricardo Malerba Con Orlando Medina, 3 temas con una duración de 8 minutos y 33 segundos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600" y="240659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6 - Orquesta de Ricardo Malerba Con Orlando Medina, 3 temas con una duración de 8 minutos y 33 segundos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000" y="238499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6 - Orquesta de Ricardo Malerba Con Orlando Medina, 3 temas con una duración de 8 minutos y 33 segundos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8400" y="257039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7 - Orquesta de Osvaldo Fresedo Con Ricardo Ruiz, 3 temas con una duración de 8 minutos y 11 segundos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8400" y="261359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7 - Orquesta de Osvaldo Fresedo Con Ricardo Ruiz, 3 temas con una duración de 8 minutos y 11 segundos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1600" y="257039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7 - Orquesta de Osvaldo Fresedo Con Ricardo Ruiz, 3 temas con una duración de 8 minutos y 11 segundos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1600" y="261359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7 - Orquesta de Osvaldo Fresedo Con Ricardo Ruiz, 3 temas con una duración de 8 minutos y 11 segundos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0000" y="259199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7 - Orquesta de Osvaldo Fresedo Con Ricardo Ruiz, 3 temas con una duración de 8 minutos y 11 segundos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8400" y="277739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8 - Sexteto Cristal Vals con Guillermo Rozenthuler, 3 temas con una duración de 8 minutos y 6 segundos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8400" y="282059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8 - Sexteto Cristal Vals con Guillermo Rozenthuler, 3 temas con una duración de 8 minutos y 6 segundos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1600" y="277739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8 - Sexteto Cristal Vals con Guillermo Rozenthuler, 3 temas con una duración de 8 minutos y 6 segundos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1600" y="282059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8 - Sexteto Cristal Vals con Guillermo Rozenthuler, 3 temas con una duración de 8 minutos y 6 segundos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0000" y="279899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8 - Sexteto Cristal Vals con Guillermo Rozenthuler, 3 temas con una duración de 8 minutos y 6 segundos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8400" y="298439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9 - Orquesta de Aníbal Troilo Con Francisco Fiorentino, 3 temas con una duración de 8 minutos y 47 segundos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8400" y="302759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9 - Orquesta de Aníbal Troilo Con Francisco Fiorentino, 3 temas con una duración de 8 minutos y 47 segundos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1600" y="298439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9 - Orquesta de Aníbal Troilo Con Francisco Fiorentino, 3 temas con una duración de 8 minutos y 47 segundos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1600" y="302759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9 - Orquesta de Aníbal Troilo Con Francisco Fiorentino, 3 temas con una duración de 8 minutos y 47 segundos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0000" y="300599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9 - Orquesta de Aníbal Troilo Con Francisco Fiorentino, 3 temas con una duración de 8 minutos y 47 segundos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8400" y="3191391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10 - Orquesta de Francisco Lomuto Con Fernando Díaz, 3 temas con una duración de 8 minutos y 45 segundos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8400" y="3234591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10 - Orquesta de Francisco Lomuto Con Fernando Díaz, 3 temas con una duración de 8 minutos y 45 segundos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600" y="3191391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10 - Orquesta de Francisco Lomuto Con Fernando Díaz, 3 temas con una duración de 8 minutos y 45 segundos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1600" y="3234591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10 - Orquesta de Francisco Lomuto Con Fernando Díaz, 3 temas con una duración de 8 minutos y 45 segundos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0000" y="3212991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10 - Orquesta de Francisco Lomuto Con Fernando Díaz, 3 temas con una duración de 8 minutos y 45 segundos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8400" y="339839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11 - Orquesta de Osvaldo Pugliese Instrumental, 3 temas con una duración de 9 minutos y 31 segundos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8400" y="344159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11 - Orquesta de Osvaldo Pugliese Instrumental, 3 temas con una duración de 9 minutos y 31 segundos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1600" y="339839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11 - Orquesta de Osvaldo Pugliese Instrumental, 3 temas con una duración de 9 minutos y 31 segundos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1600" y="344159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11 - Orquesta de Osvaldo Pugliese Instrumental, 3 temas con una duración de 9 minutos y 31 segundos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0000" y="3419990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11 - Orquesta de Osvaldo Pugliese Instrumental, 3 temas con una duración de 9 minutos y 31 segundos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8400" y="360538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12 - Orquesta de Carlos di Sarli Milonga con Roberto Rufino, 3 temas con una duración de 7 minutos y 27 segundos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8400" y="364858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12 - Orquesta de Carlos di Sarli Milonga con Roberto Rufino, 3 temas con una duración de 7 minutos y 27 segundos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1600" y="360538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12 - Orquesta de Carlos di Sarli Milonga con Roberto Rufino, 3 temas con una duración de 7 minutos y 27 segundos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1600" y="364858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12 - Orquesta de Carlos di Sarli Milonga con Roberto Rufino, 3 temas con una duración de 7 minutos y 27 segundos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0000" y="3626989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12 - Orquesta de Carlos di Sarli Milonga con Roberto Rufino, 3 temas con una duración de 7 minutos y 27 segundos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8400" y="381238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13 - Orquesta de Edgardo Donato Con Lita Morales y Romeo Gavioli, 3 temas con una duración de 9 minutos y 15 segundos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8400" y="385558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13 - Orquesta de Edgardo Donato Con Lita Morales y Romeo Gavioli, 3 temas con una duración de 9 minutos y 15 segundos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1600" y="381238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13 - Orquesta de Edgardo Donato Con Lita Morales y Romeo Gavioli, 3 temas con una duración de 9 minutos y 15 segundos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1600" y="385558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13 - Orquesta de Edgardo Donato Con Lita Morales y Romeo Gavioli, 3 temas con una duración de 9 minutos y 15 segundos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0000" y="3833988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13 - Orquesta de Edgardo Donato Con Lita Morales y Romeo Gavioli, 3 temas con una duración de 9 minutos y 15 segundos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8400" y="401938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14 - Orquesta de Enrique Rodríguez Con Armando Moreno, 3 temas con una duración de 7 minutos y 36 segundos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8400" y="406258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14 - Orquesta de Enrique Rodríguez Con Armando Moreno, 3 temas con una duración de 7 minutos y 36 segundos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1600" y="401938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14 - Orquesta de Enrique Rodríguez Con Armando Moreno, 3 temas con una duración de 7 minutos y 36 segundos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1600" y="406258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14 - Orquesta de Enrique Rodríguez Con Armando Moreno, 3 temas con una duración de 7 minutos y 36 segundos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0000" y="4040987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14 - Orquesta de Enrique Rodríguez Con Armando Moreno, 3 temas con una duración de 7 minutos y 36 segundos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8400" y="422638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15 - Orquesta de Ángel D'Agostino Con Ángel Vargas, 3 temas con una duración de 9 minutos y 19 segundos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8400" y="426958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15 - Orquesta de Ángel D'Agostino Con Ángel Vargas, 3 temas con una duración de 9 minutos y 19 segundos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1600" y="422638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15 - Orquesta de Ángel D'Agostino Con Ángel Vargas, 3 temas con una duración de 9 minutos y 19 segundos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1600" y="426958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15 - Orquesta de Ángel D'Agostino Con Ángel Vargas, 3 temas con una duración de 9 minutos y 19 segundos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0000" y="4247986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15 - Orquesta de Ángel D'Agostino Con Ángel Vargas, 3 temas con una duración de 9 minutos y 19 segundos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8400" y="443338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16 - Orquesta de Miguel Caló Vals con Alberto Podestá y Raul Iriarte, 3 temas con una duración de 7 minutos y 42 segundos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8400" y="447658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16 - Orquesta de Miguel Caló Vals con Alberto Podestá y Raul Iriarte, 3 temas con una duración de 7 minutos y 42 segundos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1600" y="443338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16 - Orquesta de Miguel Caló Vals con Alberto Podestá y Raul Iriarte, 3 temas con una duración de 7 minutos y 42 segundos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1600" y="447658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16 - Orquesta de Miguel Caló Vals con Alberto Podestá y Raul Iriarte, 3 temas con una duración de 7 minutos y 42 segundos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0000" y="4454985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16 - Orquesta de Miguel Caló Vals con Alberto Podestá y Raul Iriarte, 3 temas con una duración de 7 minutos y 42 segundos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8400" y="464038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17 - Orquesta de Rodolfo Biagi Instrumental, 3 temas con una duración de 7 minutos y 24 segundos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8400" y="468358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17 - Orquesta de Rodolfo Biagi Instrumental, 3 temas con una duración de 7 minutos y 24 segundos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1600" y="464038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17 - Orquesta de Rodolfo Biagi Instrumental, 3 temas con una duración de 7 minutos y 24 segundos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01600" y="468358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17 - Orquesta de Rodolfo Biagi Instrumental, 3 temas con una duración de 7 minutos y 24 segundos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0000" y="4661984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17 - Orquesta de Rodolfo Biagi Instrumental, 3 temas con una duración de 7 minutos y 24 segundos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8400" y="484738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18 - Orquesta de Ricardo Tanturi Instrumental, 3 temas con una duración de 7 minutos y 43 segundos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8400" y="489058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18 - Orquesta de Ricardo Tanturi Instrumental, 3 temas con una duración de 7 minutos y 43 segundos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01600" y="484738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18 - Orquesta de Ricardo Tanturi Instrumental, 3 temas con una duración de 7 minutos y 43 segundos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1600" y="489058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18 - Orquesta de Ricardo Tanturi Instrumental, 3 temas con una duración de 7 minutos y 43 segundos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80000" y="4868983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18 - Orquesta de Ricardo Tanturi Instrumental, 3 temas con una duración de 7 minutos y 43 segundos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8400" y="505438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19 - Orquesta de Juan D'Arienzo Con Héctor Mauré, 4 temas con una duración de 12 minutos y 41 segundos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8400" y="509758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19 - Orquesta de Juan D'Arienzo Con Héctor Mauré, 4 temas con una duración de 12 minutos y 41 segundos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01600" y="505438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19 - Orquesta de Juan D'Arienzo Con Héctor Mauré, 4 temas con una duración de 12 minutos y 41 segundos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01600" y="509758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Bernard MT Condensed"/>
              </a:rPr>
              <a:t>19 - Orquesta de Juan D'Arienzo Con Héctor Mauré, 4 temas con una duración de 12 minutos y 41 segundos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0000" y="5075982"/>
            <a:ext cx="10753200" cy="5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Bernard MT Condensed"/>
              </a:rPr>
              <a:t>19 - Orquesta de Juan D'Arienzo Con Héctor Mauré, 4 temas con una duración de 12 minutos y 41 segundos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edgardo dona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3858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Horacio Lagos (1938 - 1941)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Horacio Lagos (1938 - 1941)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Horacio Lagos (1938 - 1941)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Horacio Lagos (1938 - 1941)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Horacio Lagos (1938 - 1941)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 oscuras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Ascanio Donato - Letra: Héctor Marcó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 oscuras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Ascanio Donato - Letra: Héctor Marcó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 oscuras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Ascanio Donato - Letra: Héctor Marcó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 oscuras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Ascanio Donato - Letra: Héctor Marcó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A oscuras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Ascanio Donato - Letra: Héctor Marcó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Alas rotas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(1938)</a:t>
            </a:r>
          </a:p>
          <a:p>
            <a:pPr>
              <a:defRPr sz="19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Maruja Pacheco Huergo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Alas rotas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(1938)</a:t>
            </a:r>
          </a:p>
          <a:p>
            <a:pPr>
              <a:defRPr sz="19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Maruja Pacheco Huergo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Alas rotas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(1938)</a:t>
            </a:r>
          </a:p>
          <a:p>
            <a:pPr>
              <a:defRPr sz="19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Maruja Pacheco Huergo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Alas rotas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(1938)</a:t>
            </a:r>
          </a:p>
          <a:p>
            <a:pPr>
              <a:defRPr sz="19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Maruja Pacheco Huergo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Alas rotas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(1938)</a:t>
            </a:r>
          </a:p>
          <a:p>
            <a:pPr>
              <a:defRPr sz="1900" b="0" i="1">
                <a:solidFill>
                  <a:srgbClr val="FFFFFF"/>
                </a:solidFill>
                <a:latin typeface="Arial"/>
              </a:defRPr>
            </a:pPr>
            <a:r>
              <a:t>Musica: Edgardo Donato - Letra: Maruja Pacheco Huergo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adiós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(1938)</a:t>
            </a:r>
          </a:p>
          <a:p>
            <a:pPr>
              <a:defRPr sz="1700" b="0" i="1">
                <a:solidFill>
                  <a:srgbClr val="000000"/>
                </a:solidFill>
                <a:latin typeface="Arial"/>
              </a:defRPr>
            </a:pPr>
            <a:r>
              <a:t>Musica: Maruja Pacheco Huergo - Letra: Virgilio San Clemente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adiós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(1938)</a:t>
            </a:r>
          </a:p>
          <a:p>
            <a:pPr>
              <a:defRPr sz="1700" b="0" i="1">
                <a:solidFill>
                  <a:srgbClr val="000000"/>
                </a:solidFill>
                <a:latin typeface="Arial"/>
              </a:defRPr>
            </a:pPr>
            <a:r>
              <a:t>Musica: Maruja Pacheco Huergo - Letra: Virgilio San Clemente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adiós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(1938)</a:t>
            </a:r>
          </a:p>
          <a:p>
            <a:pPr>
              <a:defRPr sz="1700" b="0" i="1">
                <a:solidFill>
                  <a:srgbClr val="000000"/>
                </a:solidFill>
                <a:latin typeface="Arial"/>
              </a:defRPr>
            </a:pPr>
            <a:r>
              <a:t>Musica: Maruja Pacheco Huergo - Letra: Virgilio San Clemente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adiós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(1938)</a:t>
            </a:r>
          </a:p>
          <a:p>
            <a:pPr>
              <a:defRPr sz="1700" b="0" i="1">
                <a:solidFill>
                  <a:srgbClr val="000000"/>
                </a:solidFill>
                <a:latin typeface="Arial"/>
              </a:defRPr>
            </a:pPr>
            <a:r>
              <a:t>Musica: Maruja Pacheco Huergo - Letra: Virgilio San Clemente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El adiós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(1938)</a:t>
            </a:r>
          </a:p>
          <a:p>
            <a:pPr>
              <a:defRPr sz="1700" b="0" i="1">
                <a:solidFill>
                  <a:srgbClr val="FFFFFF"/>
                </a:solidFill>
                <a:latin typeface="Arial"/>
              </a:defRPr>
            </a:pPr>
            <a:r>
              <a:t>Musica: Maruja Pacheco Huergo - Letra: Virgilio San Clemente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200" b="1">
                <a:solidFill>
                  <a:srgbClr val="000000"/>
                </a:solidFill>
                <a:latin typeface="Cooper Black"/>
              </a:rPr>
              <a:t>Marcela Morelo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200" b="1">
                <a:solidFill>
                  <a:srgbClr val="000000"/>
                </a:solidFill>
                <a:latin typeface="Cooper Black"/>
              </a:rPr>
              <a:t>Marcela Morelo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200" b="1">
                <a:solidFill>
                  <a:srgbClr val="000000"/>
                </a:solidFill>
                <a:latin typeface="Cooper Black"/>
              </a:rPr>
              <a:t>Marcela Morelo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200" b="1">
                <a:solidFill>
                  <a:srgbClr val="000000"/>
                </a:solidFill>
                <a:latin typeface="Cooper Black"/>
              </a:rPr>
              <a:t>Marcela Morelo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200" b="1">
                <a:solidFill>
                  <a:srgbClr val="FFFFFF"/>
                </a:solidFill>
                <a:latin typeface="Cooper Black"/>
              </a:rPr>
              <a:t>Marcela Morelo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Cooper Black"/>
              </a:rPr>
              <a:t>Para Toda la Vida   (1999)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Cooper Black"/>
              </a:rPr>
              <a:t>Para Toda la Vida   (1999)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Cooper Black"/>
              </a:rPr>
              <a:t>Para Toda la Vida   (1999)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Cooper Black"/>
              </a:rPr>
              <a:t>Para Toda la Vida   (1999)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ooper Black"/>
              </a:rPr>
              <a:t>Para Toda la Vida   (1999)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ricardo tantu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5324609" cy="6857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Alberto Castillo (1941 - 1943)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Alberto Castillo (1941 - 1943)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Alberto Castillo (1941 - 1943)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Alberto Castillo (1941 - 1943)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Alberto Castillo (1941 - 1943)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vida es corta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Francisco Gorrindo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vida es corta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Francisco Gorrindo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vida es corta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Francisco Gorrindo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vida es corta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Francisco Gorrindo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La vida es corta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Ricardo Tanturi - Letra: Francisco Gorrindo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Pocas palabras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Enrique Cadícamo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Pocas palabras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Enrique Cadícamo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Pocas palabras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Enrique Cadícamo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Pocas palabras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Enrique Cadícamo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Pocas palabras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Ricardo Tanturi - Letra: Enrique Cadícamo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100" b="0">
                <a:solidFill>
                  <a:srgbClr val="000000"/>
                </a:solidFill>
                <a:latin typeface="Bernard MT Condensed"/>
              </a:rPr>
              <a:t>Mi piba (Mi piba linda)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Sciammarella - Letra: Manuel Romero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100" b="0">
                <a:solidFill>
                  <a:srgbClr val="000000"/>
                </a:solidFill>
                <a:latin typeface="Bernard MT Condensed"/>
              </a:rPr>
              <a:t>Mi piba (Mi piba linda)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Sciammarella - Letra: Manuel Romero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100" b="0">
                <a:solidFill>
                  <a:srgbClr val="000000"/>
                </a:solidFill>
                <a:latin typeface="Bernard MT Condensed"/>
              </a:rPr>
              <a:t>Mi piba (Mi piba linda)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Sciammarella - Letra: Manuel Romero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100" b="0">
                <a:solidFill>
                  <a:srgbClr val="000000"/>
                </a:solidFill>
                <a:latin typeface="Bernard MT Condensed"/>
              </a:rPr>
              <a:t>Mi piba (Mi piba linda)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Sciammarella - Letra: Manuel Romero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100" b="0">
                <a:solidFill>
                  <a:srgbClr val="FFFFFF"/>
                </a:solidFill>
                <a:latin typeface="Bernard MT Condensed"/>
              </a:rPr>
              <a:t>Mi piba (Mi piba linda)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Rodolfo Sciammarella - Letra: Manuel Romero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KAROL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KAROL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KAROL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KAROL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FFFFFF"/>
                </a:solidFill>
                <a:latin typeface="Cooper Black"/>
              </a:rPr>
              <a:t>KAROL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ooper Black"/>
              </a:rPr>
              <a:t>Si Antes Te Hubiera Conocido  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ooper Black"/>
              </a:rPr>
              <a:t>Si Antes Te Hubiera Conocido  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ooper Black"/>
              </a:rPr>
              <a:t>Si Antes Te Hubiera Conocido  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ooper Black"/>
              </a:rPr>
              <a:t>Si Antes Te Hubiera Conocido  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ooper Black"/>
              </a:rPr>
              <a:t>Si Antes Te Hubiera Conocido   (2024)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rodolfo biag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FFFFFF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Jorge Ortiz (1940 - 1942)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Jorge Ortiz (1940 - 1942)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Jorge Ortiz (1940 - 1942)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Jorge Ortiz (1940 - 1942)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Jorge Ortiz (1940 - 1942)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Humillación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Biagi - Letra: Carlos Bahr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Humillación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Biagi - Letra: Carlos Bahr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Humillación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Biagi - Letra: Carlos Bahr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Humillación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Biagi - Letra: Carlos Bahr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Humillación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Rodolfo Biagi - Letra: Carlos Bahr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Indiferencia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Biagi - Letra: Juan Carlos Thorry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Indiferencia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Biagi - Letra: Juan Carlos Thorry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Indiferencia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Biagi - Letra: Juan Carlos Thorry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Indiferencia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Rodolfo Biagi - Letra: Juan Carlos Thorry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Indiferencia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Rodolfo Biagi - Letra: Juan Carlos Thorry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Todo te nombra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Francisco Canaro - Letra: Ivo Pelay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Todo te nombra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Francisco Canaro - Letra: Ivo Pelay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Todo te nombra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Francisco Canaro - Letra: Ivo Pelay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Todo te nombra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Francisco Canaro - Letra: Ivo Pelay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Todo te nombra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Francisco Canaro - Letra: Ivo Pelay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Manu Chao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Manu Chao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Manu Chao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Manu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FFFFFF"/>
                </a:solidFill>
                <a:latin typeface="Cooper Black"/>
              </a:rPr>
              <a:t>Manu Chao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Petite Blonde Du Boulevard Brune   (2004)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Petite Blonde Du Boulevard Brune   (2004)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Petite Blonde Du Boulevard Brune   (2004)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Petite Blonde Du Boulevard Brune   (2004)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Cooper Black"/>
              </a:rPr>
              <a:t>Petite Blonde Du Boulevard Brune   (2004)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francisco can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22781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000000"/>
                </a:solidFill>
                <a:latin typeface="Cooper Black"/>
              </a:rPr>
              <a:t>Orquesta de Francisco Canaro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000000"/>
                </a:solidFill>
                <a:latin typeface="Cooper Black"/>
              </a:rPr>
              <a:t>Orquesta de Francisco Canaro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000000"/>
                </a:solidFill>
                <a:latin typeface="Cooper Black"/>
              </a:rPr>
              <a:t>Orquesta de Francisco Canaro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000000"/>
                </a:solidFill>
                <a:latin typeface="Cooper Black"/>
              </a:rPr>
              <a:t>Orquesta de Francisco Canaro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Cooper Black"/>
              </a:rPr>
              <a:t>Orquesta de Francisco Canaro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Cooper Black"/>
              </a:rPr>
              <a:t>Milonga con Ernesto Famá y Roberto Maida (1933 - 1936)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Cooper Black"/>
              </a:rPr>
              <a:t>Milonga con Ernesto Famá y Roberto Maida (1933 - 1936)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Cooper Black"/>
              </a:rPr>
              <a:t>Milonga con Ernesto Famá y Roberto Maida (1933 - 1936)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Cooper Black"/>
              </a:rPr>
              <a:t>Milonga con Ernesto Famá y Roberto Maida (1933 - 1936)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ooper Black"/>
              </a:rPr>
              <a:t>Milonga con Ernesto Famá y Roberto Maida (1933 - 1936)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000000"/>
                </a:solidFill>
                <a:latin typeface="Bernard MT Condensed"/>
              </a:rPr>
              <a:t>Milonga del novecientos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000000"/>
                </a:solidFill>
                <a:latin typeface="Bernard MT Condensed"/>
              </a:rPr>
              <a:t>Milonga del novecientos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000000"/>
                </a:solidFill>
                <a:latin typeface="Bernard MT Condensed"/>
              </a:rPr>
              <a:t>Milonga del novecientos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000000"/>
                </a:solidFill>
                <a:latin typeface="Bernard MT Condensed"/>
              </a:rPr>
              <a:t>Milonga del novecientos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FFFFFF"/>
                </a:solidFill>
                <a:latin typeface="Bernard MT Condensed"/>
              </a:rPr>
              <a:t>Milonga del novecientos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Silueta porteña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(1936)</a:t>
            </a:r>
          </a:p>
          <a:p>
            <a:pPr>
              <a:defRPr sz="1100" b="0" i="1">
                <a:solidFill>
                  <a:srgbClr val="000000"/>
                </a:solidFill>
                <a:latin typeface="Arial"/>
              </a:defRPr>
            </a:pPr>
            <a:r>
              <a:t>Musica: Nicolás Luis Cuccaro y Juan Ventura Cuccaro - Letra: Ernesto Nolli y Orlando D'Aniello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Silueta porteña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(1936)</a:t>
            </a:r>
          </a:p>
          <a:p>
            <a:pPr>
              <a:defRPr sz="1100" b="0" i="1">
                <a:solidFill>
                  <a:srgbClr val="000000"/>
                </a:solidFill>
                <a:latin typeface="Arial"/>
              </a:defRPr>
            </a:pPr>
            <a:r>
              <a:t>Musica: Nicolás Luis Cuccaro y Juan Ventura Cuccaro - Letra: Ernesto Nolli y Orlando D'Aniello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Silueta porteña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(1936)</a:t>
            </a:r>
          </a:p>
          <a:p>
            <a:pPr>
              <a:defRPr sz="1100" b="0" i="1">
                <a:solidFill>
                  <a:srgbClr val="000000"/>
                </a:solidFill>
                <a:latin typeface="Arial"/>
              </a:defRPr>
            </a:pPr>
            <a:r>
              <a:t>Musica: Nicolás Luis Cuccaro y Juan Ventura Cuccaro - Letra: Ernesto Nolli y Orlando D'Aniello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Silueta porteña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(1936)</a:t>
            </a:r>
          </a:p>
          <a:p>
            <a:pPr>
              <a:defRPr sz="1100" b="0" i="1">
                <a:solidFill>
                  <a:srgbClr val="000000"/>
                </a:solidFill>
                <a:latin typeface="Arial"/>
              </a:defRPr>
            </a:pPr>
            <a:r>
              <a:t>Musica: Nicolás Luis Cuccaro y Juan Ventura Cuccaro - Letra: Ernesto Nolli y Orlando D'Aniello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Silueta porteña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(1936)</a:t>
            </a:r>
          </a:p>
          <a:p>
            <a:pPr>
              <a:defRPr sz="1100" b="0" i="1">
                <a:solidFill>
                  <a:srgbClr val="FFFFFF"/>
                </a:solidFill>
                <a:latin typeface="Arial"/>
              </a:defRPr>
            </a:pPr>
            <a:r>
              <a:t>Musica: Nicolás Luis Cuccaro y Juan Ventura Cuccaro - Letra: Ernesto Nolli y Orlando D'Aniello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Milonga criolla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Alberto Soifer - Letra: Manuel Romero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Milonga criolla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Alberto Soifer - Letra: Manuel Romero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Milonga criolla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Alberto Soifer - Letra: Manuel Romero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Milonga criolla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Alberto Soifer - Letra: Manuel Romero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Milonga criolla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(1936)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Alberto Soifer - Letra: Manuel Romero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Tones and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Tones and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Tones and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Tones and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FFFFFF"/>
                </a:solidFill>
                <a:latin typeface="Cooper Black"/>
              </a:rPr>
              <a:t>Tones and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Dance Monkey   (2021)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Dance Monkey   (2021)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Dance Monkey   (2021)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Dance Monkey   (2021)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ooper Black"/>
              </a:rPr>
              <a:t>Dance Monkey   (2021)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juan d'arienz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404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FFFFFF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Alberto Echagüe (1939 - 1970)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Alberto Echagüe (1939 - 1970)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Alberto Echagüe (1939 - 1970)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Alberto Echagüe (1939 - 1970)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Alberto Echagüe (1939 - 1970)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Qué importa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Juan Carlos Thorry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Qué importa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Juan Carlos Thorry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Qué importa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Juan Carlos Thorry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Qué importa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Ricardo Tanturi - Letra: Juan Carlos Thorry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Qué importa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Ricardo Tanturi - Letra: Juan Carlos Thorry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Amarroto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(1951)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Cao - Letra: Miguel Bucino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Amarroto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(1951)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Cao - Letra: Miguel Bucino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Amarroto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(1951)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Cao - Letra: Miguel Bucino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Amarroto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(1951)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Cao - Letra: Miguel Bucino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Amarroto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(1951)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Juan Cao - Letra: Miguel Bucino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Dos dedos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(1970)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Acosta - Letra: Carlos Acosta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Dos dedos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(1970)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Acosta - Letra: Carlos Acosta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Dos dedos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(1970)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Acosta - Letra: Carlos Acosta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Dos dedos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(1970)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Acosta - Letra: Carlos Acosta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Dos dedos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(1970)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Carlos Acosta - Letra: Carlos Acosta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Chuck Berry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Chuck Berry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Chuck Berry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Chuck Berry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FFFFFF"/>
                </a:solidFill>
                <a:latin typeface="Cooper Black"/>
              </a:rPr>
              <a:t>Chuck Berry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Cooper Black"/>
              </a:rPr>
              <a:t>School Day (Ring Ring Goes The Bell)  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Cooper Black"/>
              </a:rPr>
              <a:t>School Day (Ring Ring Goes The Bell)  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Cooper Black"/>
              </a:rPr>
              <a:t>School Day (Ring Ring Goes The Bell)  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Cooper Black"/>
              </a:rPr>
              <a:t>School Day (Ring Ring Goes The Bell)  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ooper Black"/>
              </a:rPr>
              <a:t>School Day (Ring Ring Goes The Bell)   (2024)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ricardo maler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Malerba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Malerba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Malerba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Malerba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ooper Black"/>
              </a:rPr>
              <a:t>Orquesta de Ricardo Malerba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Orlando Medina (1942 - 1943)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Orlando Medina (1942 - 1943)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Orlando Medina (1942 - 1943)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Orlando Medina (1942 - 1943)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Orlando Medina (1942 - 1943)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Gitana rusa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Sánchez Gorio - Letra: Horacio Sanguinetti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Gitana rusa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Sánchez Gorio - Letra: Horacio Sanguinetti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Gitana rusa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Sánchez Gorio - Letra: Horacio Sanguinetti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Gitana rusa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Sánchez Gorio - Letra: Horacio Sanguinetti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Gitana rusa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Juan Sánchez Gorio - Letra: Horacio Sanguinetti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Embrujamiento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1400" b="0" i="1">
                <a:solidFill>
                  <a:srgbClr val="000000"/>
                </a:solidFill>
                <a:latin typeface="Arial"/>
              </a:defRPr>
            </a:pPr>
            <a:r>
              <a:t>Musica: Ricardo Malerba y Dante Smurra - Letra: Manuel Ferradás Campos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Embrujamiento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1400" b="0" i="1">
                <a:solidFill>
                  <a:srgbClr val="000000"/>
                </a:solidFill>
                <a:latin typeface="Arial"/>
              </a:defRPr>
            </a:pPr>
            <a:r>
              <a:t>Musica: Ricardo Malerba y Dante Smurra - Letra: Manuel Ferradás Campos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Embrujamiento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1400" b="0" i="1">
                <a:solidFill>
                  <a:srgbClr val="000000"/>
                </a:solidFill>
                <a:latin typeface="Arial"/>
              </a:defRPr>
            </a:pPr>
            <a:r>
              <a:t>Musica: Ricardo Malerba y Dante Smurra - Letra: Manuel Ferradás Campos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Embrujamiento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1400" b="0" i="1">
                <a:solidFill>
                  <a:srgbClr val="000000"/>
                </a:solidFill>
                <a:latin typeface="Arial"/>
              </a:defRPr>
            </a:pPr>
            <a:r>
              <a:t>Musica: Ricardo Malerba y Dante Smurra - Letra: Manuel Ferradás Campos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Embrujamiento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(1943)</a:t>
            </a:r>
          </a:p>
          <a:p>
            <a:pPr>
              <a:defRPr sz="1400" b="0" i="1">
                <a:solidFill>
                  <a:srgbClr val="FFFFFF"/>
                </a:solidFill>
                <a:latin typeface="Arial"/>
              </a:defRPr>
            </a:pPr>
            <a:r>
              <a:t>Musica: Ricardo Malerba y Dante Smurra - Letra: Manuel Ferradás Campos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0">
                <a:solidFill>
                  <a:srgbClr val="000000"/>
                </a:solidFill>
                <a:latin typeface="Bernard MT Condensed"/>
              </a:rPr>
              <a:t>La piba de los jazmines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Ricardo Malerba y Dante Smurra - Letra: Julio Navarrine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0">
                <a:solidFill>
                  <a:srgbClr val="000000"/>
                </a:solidFill>
                <a:latin typeface="Bernard MT Condensed"/>
              </a:rPr>
              <a:t>La piba de los jazmines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Ricardo Malerba y Dante Smurra - Letra: Julio Navarrine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0">
                <a:solidFill>
                  <a:srgbClr val="000000"/>
                </a:solidFill>
                <a:latin typeface="Bernard MT Condensed"/>
              </a:rPr>
              <a:t>La piba de los jazmines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Ricardo Malerba y Dante Smurra - Letra: Julio Navarrine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0">
                <a:solidFill>
                  <a:srgbClr val="000000"/>
                </a:solidFill>
                <a:latin typeface="Bernard MT Condensed"/>
              </a:rPr>
              <a:t>La piba de los jazmines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Ricardo Malerba y Dante Smurra - Letra: Julio Navarrine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0">
                <a:solidFill>
                  <a:srgbClr val="FFFFFF"/>
                </a:solidFill>
                <a:latin typeface="Bernard MT Condensed"/>
              </a:rPr>
              <a:t>La piba de los jazmines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(1943)</a:t>
            </a:r>
          </a:p>
          <a:p>
            <a:pPr>
              <a:defRPr sz="1600" b="0" i="1">
                <a:solidFill>
                  <a:srgbClr val="FFFFFF"/>
                </a:solidFill>
                <a:latin typeface="Arial"/>
              </a:defRPr>
            </a:pPr>
            <a:r>
              <a:t>Musica: Ricardo Malerba y Dante Smurra - Letra: Julio Navarrine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Juanes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Juanes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Juanes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Juanes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FFFFFF"/>
                </a:solidFill>
                <a:latin typeface="Cooper Black"/>
              </a:rPr>
              <a:t>Juanes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La camisa negra   (2011)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La camisa negra   (2011)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La camisa negra   (2011)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La camisa negra   (2011)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ooper Black"/>
              </a:rPr>
              <a:t>La camisa negra   (2011)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osvaldo frese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19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Osvaldo Fresedo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Osvaldo Fresedo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Osvaldo Fresedo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Osvaldo Fresedo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ooper Black"/>
              </a:rPr>
              <a:t>Orquesta de Osvaldo Fresedo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Ricardo Ruiz (1940 - 1941)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Ricardo Ruiz (1940 - 1941)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Ricardo Ruiz (1940 - 1941)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Ricardo Ruiz (1940 - 1941)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Ricardo Ruiz (1940 - 1941)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Buscándote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Scalise - Letra: Eduardo Scalise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Buscándote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Scalise - Letra: Eduardo Scalise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Buscándote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Scalise - Letra: Eduardo Scalise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Buscándote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Scalise - Letra: Eduardo Scalise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Buscándote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Eduardo Scalise - Letra: Eduardo Scalise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000000"/>
                </a:solidFill>
                <a:latin typeface="Bernard MT Condensed"/>
              </a:rPr>
              <a:t>Despues del carnaval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700" b="0" i="1">
                <a:solidFill>
                  <a:srgbClr val="000000"/>
                </a:solidFill>
                <a:latin typeface="Arial"/>
              </a:defRPr>
            </a:pPr>
            <a:r>
              <a:t>Musica: José Amuchástegui Keen - Letra: José Amuchástegui Keen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000000"/>
                </a:solidFill>
                <a:latin typeface="Bernard MT Condensed"/>
              </a:rPr>
              <a:t>Despues del carnaval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700" b="0" i="1">
                <a:solidFill>
                  <a:srgbClr val="000000"/>
                </a:solidFill>
                <a:latin typeface="Arial"/>
              </a:defRPr>
            </a:pPr>
            <a:r>
              <a:t>Musica: José Amuchástegui Keen - Letra: José Amuchástegui Keen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000000"/>
                </a:solidFill>
                <a:latin typeface="Bernard MT Condensed"/>
              </a:rPr>
              <a:t>Despues del carnaval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700" b="0" i="1">
                <a:solidFill>
                  <a:srgbClr val="000000"/>
                </a:solidFill>
                <a:latin typeface="Arial"/>
              </a:defRPr>
            </a:pPr>
            <a:r>
              <a:t>Musica: José Amuchástegui Keen - Letra: José Amuchástegui Keen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000000"/>
                </a:solidFill>
                <a:latin typeface="Bernard MT Condensed"/>
              </a:rPr>
              <a:t>Despues del carnaval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700" b="0" i="1">
                <a:solidFill>
                  <a:srgbClr val="000000"/>
                </a:solidFill>
                <a:latin typeface="Arial"/>
              </a:defRPr>
            </a:pPr>
            <a:r>
              <a:t>Musica: José Amuchástegui Keen - Letra: José Amuchástegui Keen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FFFFFF"/>
                </a:solidFill>
                <a:latin typeface="Bernard MT Condensed"/>
              </a:rPr>
              <a:t>Despues del carnaval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1700" b="0" i="1">
                <a:solidFill>
                  <a:srgbClr val="FFFFFF"/>
                </a:solidFill>
                <a:latin typeface="Arial"/>
              </a:defRPr>
            </a:pPr>
            <a:r>
              <a:t>Musica: José Amuchástegui Keen - Letra: José Amuchástegui Keen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Vida querida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Scalise - Letra: Juan Carlos Thorry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Vida querida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Scalise - Letra: Juan Carlos Thorry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Vida querida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Scalise - Letra: Juan Carlos Thorry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Vida querida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Scalise - Letra: Juan Carlos Thorry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Vida querida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Eduardo Scalise - Letra: Juan Carlos Thorry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Raphael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Raphael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Raphael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Raphael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FFFFFF"/>
                </a:solidFill>
                <a:latin typeface="Cooper Black"/>
              </a:rPr>
              <a:t>Raphael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Caravane   (2007)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Caravane   (2007)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Caravane   (2007)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Caravane   (2007)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ooper Black"/>
              </a:rPr>
              <a:t>Caravane   (2007)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sexteto cris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Sexteto Cristal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Sexteto Cristal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Sexteto Cristal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Sexteto Cristal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FFFFFF"/>
                </a:solidFill>
                <a:latin typeface="Cooper Black"/>
              </a:rPr>
              <a:t>Sexteto Cristal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ooper Black"/>
              </a:rPr>
              <a:t>Vals con Guillermo Rozenthuler (2018 - 2019)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ooper Black"/>
              </a:rPr>
              <a:t>Vals con Guillermo Rozenthuler (2018 - 2019)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ooper Black"/>
              </a:rPr>
              <a:t>Vals con Guillermo Rozenthuler (2018 - 2019)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Cooper Black"/>
              </a:rPr>
              <a:t>Vals con Guillermo Rozenthuler (2018 - 2019)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ooper Black"/>
              </a:rPr>
              <a:t>Vals con Guillermo Rozenthuler (2018 - 2019)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tapera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Osvaldo Donato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tapera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Osvaldo Donato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tapera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Osvaldo Donato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tapera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Osvaldo Donato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La tapera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Osvaldo Donato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Quién será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Luis Visca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Quién será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Luis Visca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Quién será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Luis Visca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Quién será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Luis Visca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Quién será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(2019)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Luis Visca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000000"/>
                </a:solidFill>
                <a:latin typeface="Bernard MT Condensed"/>
              </a:rPr>
              <a:t>Noches de Invierno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(2018)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Unknown Composer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000000"/>
                </a:solidFill>
                <a:latin typeface="Bernard MT Condensed"/>
              </a:rPr>
              <a:t>Noches de Invierno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(2018)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Unknown Composer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000000"/>
                </a:solidFill>
                <a:latin typeface="Bernard MT Condensed"/>
              </a:rPr>
              <a:t>Noches de Invierno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(2018)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Unknown Composer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000000"/>
                </a:solidFill>
                <a:latin typeface="Bernard MT Condensed"/>
              </a:rPr>
              <a:t>Noches de Invierno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(2018)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Unknown Composer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FFFFFF"/>
                </a:solidFill>
                <a:latin typeface="Bernard MT Condensed"/>
              </a:rPr>
              <a:t>Noches de Invierno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(2018)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Unknown Composer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100" b="1">
                <a:solidFill>
                  <a:srgbClr val="000000"/>
                </a:solidFill>
                <a:latin typeface="Cooper Black"/>
              </a:rPr>
              <a:t>Baby Don't Hurt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100" b="1">
                <a:solidFill>
                  <a:srgbClr val="000000"/>
                </a:solidFill>
                <a:latin typeface="Cooper Black"/>
              </a:rPr>
              <a:t>Baby Don't Hurt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100" b="1">
                <a:solidFill>
                  <a:srgbClr val="000000"/>
                </a:solidFill>
                <a:latin typeface="Cooper Black"/>
              </a:rPr>
              <a:t>Baby Don't Hurt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100" b="1">
                <a:solidFill>
                  <a:srgbClr val="000000"/>
                </a:solidFill>
                <a:latin typeface="Cooper Black"/>
              </a:rPr>
              <a:t>Baby Don't Hurt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100" b="1">
                <a:solidFill>
                  <a:srgbClr val="FFFFFF"/>
                </a:solidFill>
                <a:latin typeface="Cooper Black"/>
              </a:rPr>
              <a:t>Baby Don't Hurt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Cooper Black"/>
              </a:rPr>
              <a:t>David Guetta &amp; Anne-Marie &amp; Coi Leray   (2023)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Cooper Black"/>
              </a:rPr>
              <a:t>David Guetta &amp; Anne-Marie &amp; Coi Leray   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Cooper Black"/>
              </a:rPr>
              <a:t>David Guetta &amp; Anne-Marie &amp; Coi Leray   (2023)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Cooper Black"/>
              </a:rPr>
              <a:t>David Guetta &amp; Anne-Marie &amp; Coi Leray   (2023)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Cooper Black"/>
              </a:rPr>
              <a:t>David Guetta &amp; Anne-Marie &amp; Coi Leray   (2023)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anibal troi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3348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Aníbal Troilo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Aníbal Troilo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Aníbal Troilo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Aníbal Troilo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FFFFFF"/>
                </a:solidFill>
                <a:latin typeface="Cooper Black"/>
              </a:rPr>
              <a:t>Orquesta de Aníbal Troilo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Francisco Fiorentino (1941 - 1941)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Francisco Fiorentino (1941 - 1941)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Francisco Fiorentino (1941 - 1941)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Francisco Fiorentino (1941 - 1941)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Francisco Fiorentino (1941 - 1941)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00000"/>
                </a:solidFill>
                <a:latin typeface="Bernard MT Condensed"/>
              </a:rPr>
              <a:t>Te aconsejo que me olvides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Pedro Maffia - Letra: Jorge Curi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00000"/>
                </a:solidFill>
                <a:latin typeface="Bernard MT Condensed"/>
              </a:rPr>
              <a:t>Te aconsejo que me olvides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Pedro Maffia - Letra: Jorge Curi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00000"/>
                </a:solidFill>
                <a:latin typeface="Bernard MT Condensed"/>
              </a:rPr>
              <a:t>Te aconsejo que me olvides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Pedro Maffia - Letra: Jorge Curi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00000"/>
                </a:solidFill>
                <a:latin typeface="Bernard MT Condensed"/>
              </a:rPr>
              <a:t>Te aconsejo que me olvides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Pedro Maffia - Letra: Jorge Curi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FFFFFF"/>
                </a:solidFill>
                <a:latin typeface="Bernard MT Condensed"/>
              </a:rPr>
              <a:t>Te aconsejo que me olvides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Pedro Maffia - Letra: Jorge Curi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Tinta roja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Cátulo Castillo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Tinta roja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Cátulo Castillo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Tinta roja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Cátulo Castillo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Tinta roja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Cátulo Castillo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Tinta roja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Sebastián Piana - Letra: Cátulo Castillo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Maragata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Francisco Martino - Letra: Francisco Martino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Maragata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Francisco Martino - Letra: Francisco Martino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Maragata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Francisco Martino - Letra: Francisco Martino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Maragata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Francisco Martino - Letra: Francisco Martino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Maragata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Francisco Martino - Letra: Francisco Martino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00000"/>
                </a:solidFill>
                <a:latin typeface="Cooper Black"/>
              </a:rPr>
              <a:t>El Canto del Loco, Natalia Lafourcade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00000"/>
                </a:solidFill>
                <a:latin typeface="Cooper Black"/>
              </a:rPr>
              <a:t>El Canto del Loco, Natalia Lafourcade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00000"/>
                </a:solidFill>
                <a:latin typeface="Cooper Black"/>
              </a:rPr>
              <a:t>El Canto del Loco, Natalia Lafourcade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00000"/>
                </a:solidFill>
                <a:latin typeface="Cooper Black"/>
              </a:rPr>
              <a:t>El Canto del Loco, Natalia Lafourcade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FFFFFF"/>
                </a:solidFill>
                <a:latin typeface="Cooper Black"/>
              </a:rPr>
              <a:t>El Canto del Loco, Natalia Lafourcade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Contigo (feat. Natalia Lafourcade)   (2009)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Contigo (feat. Natalia Lafourcade)   (2009)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Contigo (feat. Natalia Lafourcade)   (2009)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Contigo (feat. Natalia Lafourcade)   (2009)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Cooper Black"/>
              </a:rPr>
              <a:t>Contigo (feat. Natalia Lafourcade)   (2009)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francisco lomu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35693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000000"/>
                </a:solidFill>
                <a:latin typeface="Cooper Black"/>
              </a:rPr>
              <a:t>Orquesta de Francisco Lomuto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000000"/>
                </a:solidFill>
                <a:latin typeface="Cooper Black"/>
              </a:rPr>
              <a:t>Orquesta de Francisco Lomuto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000000"/>
                </a:solidFill>
                <a:latin typeface="Cooper Black"/>
              </a:rPr>
              <a:t>Orquesta de Francisco Lomuto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000000"/>
                </a:solidFill>
                <a:latin typeface="Cooper Black"/>
              </a:rPr>
              <a:t>Orquesta de Francisco Lomuto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FFFFFF"/>
                </a:solidFill>
                <a:latin typeface="Cooper Black"/>
              </a:rPr>
              <a:t>Orquesta de Francisco Lomuto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Fernando Díaz (1933 - 1941)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Fernando Díaz (1933 - 1941)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Fernando Díaz (1933 - 1941)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Fernando Díaz (1933 - 1941)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Fernando Díaz (1933 - 1941)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Puerto nuevo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Teófilo Lespés - Letra: Carlos Pesce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Puerto nuevo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Teófilo Lespés - Letra: Carlos Pesce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Puerto nuevo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Teófilo Lespés - Letra: Carlos Pesce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Puerto nuevo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Teófilo Lespés - Letra: Carlos Pesce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Puerto nuevo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(1933)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Teófilo Lespés - Letra: Carlos Pesce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gayola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Rafael Tuegols - Letra: Armando Tagini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gayola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Rafael Tuegols - Letra: Armando Tagini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gayola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Rafael Tuegols - Letra: Armando Tagini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gayola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Rafael Tuegols - Letra: Armando Tagini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La gayola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Rafael Tuegols - Letra: Armando Tagini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000000"/>
                </a:solidFill>
                <a:latin typeface="Bernard MT Condensed"/>
              </a:rPr>
              <a:t>Quiero verte una vez más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Mario Canaro - Letra: José María Contursi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000000"/>
                </a:solidFill>
                <a:latin typeface="Bernard MT Condensed"/>
              </a:rPr>
              <a:t>Quiero verte una vez más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Mario Canaro - Letra: José María Contursi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000000"/>
                </a:solidFill>
                <a:latin typeface="Bernard MT Condensed"/>
              </a:rPr>
              <a:t>Quiero verte una vez más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Mario Canaro - Letra: José María Contursi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000000"/>
                </a:solidFill>
                <a:latin typeface="Bernard MT Condensed"/>
              </a:rPr>
              <a:t>Quiero verte una vez más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Mario Canaro - Letra: José María Contursi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0">
                <a:solidFill>
                  <a:srgbClr val="FFFFFF"/>
                </a:solidFill>
                <a:latin typeface="Bernard MT Condensed"/>
              </a:rPr>
              <a:t>Quiero verte una vez más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Mario Canaro - Letra: José María Contursi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Cooper Black"/>
              </a:rPr>
              <a:t>Clean Bandit, Demi Lovato, Yxng Bane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Cooper Black"/>
              </a:rPr>
              <a:t>Clean Bandit, Demi Lovato, Yxng Bane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Cooper Black"/>
              </a:rPr>
              <a:t>Clean Bandit, Demi Lovato, Yxng Bane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Cooper Black"/>
              </a:rPr>
              <a:t>Clean Bandit, Demi Lovato, Yxng Bane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ooper Black"/>
              </a:rPr>
              <a:t>Clean Bandit, Demi Lovato, Yxng Bane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Solo   (2018)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Solo   (2018)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Solo   (2018)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Solo   (2018)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ooper Black"/>
              </a:rPr>
              <a:t>Solo   (2018)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osvaldo puglie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7277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300" b="1">
                <a:solidFill>
                  <a:srgbClr val="000000"/>
                </a:solidFill>
                <a:latin typeface="Cooper Black"/>
              </a:rPr>
              <a:t>Orquesta de Osvaldo Pugliese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300" b="1">
                <a:solidFill>
                  <a:srgbClr val="000000"/>
                </a:solidFill>
                <a:latin typeface="Cooper Black"/>
              </a:rPr>
              <a:t>Orquesta de Osvaldo Pugliese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300" b="1">
                <a:solidFill>
                  <a:srgbClr val="000000"/>
                </a:solidFill>
                <a:latin typeface="Cooper Black"/>
              </a:rPr>
              <a:t>Orquesta de Osvaldo Pugliese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300" b="1">
                <a:solidFill>
                  <a:srgbClr val="000000"/>
                </a:solidFill>
                <a:latin typeface="Cooper Black"/>
              </a:rPr>
              <a:t>Orquesta de Osvaldo Pugliese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300" b="1">
                <a:solidFill>
                  <a:srgbClr val="FFFFFF"/>
                </a:solidFill>
                <a:latin typeface="Cooper Black"/>
              </a:rPr>
              <a:t>Orquesta de Osvaldo Pugliese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(1948 - 1966)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(1948 - 1966)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(1948 - 1966)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(1948 - 1966)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Instrumental (1948 - 1966)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Seguime si podés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(1953)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Com: Alejandro Scarpino, Juan Caldarella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Seguime si podés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(1953)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Com: Alejandro Scarpino, Juan Caldarella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Seguime si podés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(1953)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Com: Alejandro Scarpino, Juan Caldarella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Seguime si podés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(1953)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Com: Alejandro Scarpino, Juan Caldarella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Seguime si podés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(1953)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Com: Alejandro Scarpino, Juan Caldarella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mariposa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(1966)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Aut: Celedonio Flores, Com: Pedro M. Maffia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mariposa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(1966)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Aut: Celedonio Flores, Com: Pedro M. Maffia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mariposa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(1966)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Aut: Celedonio Flores, Com: Pedro M. Maffia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mariposa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(1966)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Aut: Celedonio Flores, Com: Pedro M. Maffia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La mariposa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(1966)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Aut: Celedonio Flores, Com: Pedro M. Maffia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Patético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(1948)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Com: Jorge Caldara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Patético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(1948)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Com: Jorge Caldara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Patético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(1948)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Com: Jorge Caldara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Patético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(1948)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Com: Jorge Caldara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Patético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(1948)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Com: Jorge Caldara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0" b="1">
                <a:solidFill>
                  <a:srgbClr val="000000"/>
                </a:solidFill>
                <a:latin typeface="Cooper Black"/>
              </a:rPr>
              <a:t>Habanot Nechama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0" b="1">
                <a:solidFill>
                  <a:srgbClr val="000000"/>
                </a:solidFill>
                <a:latin typeface="Cooper Black"/>
              </a:rPr>
              <a:t>Habanot Nechama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0" b="1">
                <a:solidFill>
                  <a:srgbClr val="000000"/>
                </a:solidFill>
                <a:latin typeface="Cooper Black"/>
              </a:rPr>
              <a:t>Habanot Nechama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0" b="1">
                <a:solidFill>
                  <a:srgbClr val="000000"/>
                </a:solidFill>
                <a:latin typeface="Cooper Black"/>
              </a:rPr>
              <a:t>Habanot Nechama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700" b="1">
                <a:solidFill>
                  <a:srgbClr val="FFFFFF"/>
                </a:solidFill>
                <a:latin typeface="Cooper Black"/>
              </a:rPr>
              <a:t>Habanot Nechama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So Far (להיות)   (2007)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So Far (להיות)   (2007)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So Far (להיות)   (2007)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So Far (להיות)   (2007)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ooper Black"/>
              </a:rPr>
              <a:t>So Far (להיות)   (2007)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carlos di sarl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27538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Carlos di Sarli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Carlos di Sarli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Carlos di Sarli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Carlos di Sarli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FFFFFF"/>
                </a:solidFill>
                <a:latin typeface="Cooper Black"/>
              </a:rPr>
              <a:t>Orquesta de Carlos di Sarli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Milonga con Roberto Rufino (1941 - 1941)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Milonga con Roberto Rufino (1941 - 1941)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Milonga con Roberto Rufino (1941 - 1941)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Milonga con Roberto Rufino (1941 - 1941)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Milonga con Roberto Rufino (1941 - 1941)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Pena mulata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Pena mulata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Pena mulata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Pena mulata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Pena mulata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Sebastián Piana - Letra: Homero Manzi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Zorzal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Dorita Zárate - Letra: Dorita Zárate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Zorzal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Dorita Zárate - Letra: Dorita Zárate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Zorzal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Dorita Zárate - Letra: Dorita Zárate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Zorzal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Dorita Zárate - Letra: Dorita Zárate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Zorzal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Dorita Zárate - Letra: Dorita Zárate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mulateada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Julio Eduardo Del Puerto - Letra: Carlos Pesce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mulateada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Julio Eduardo Del Puerto - Letra: Carlos Pesce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mulateada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Julio Eduardo Del Puerto - Letra: Carlos Pesce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mulateada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Julio Eduardo Del Puerto - Letra: Carlos Pesce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La mulateada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Julio Eduardo Del Puerto - Letra: Carlos Pesce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Adele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Adele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Adele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Adele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FFFFFF"/>
                </a:solidFill>
                <a:latin typeface="Cooper Black"/>
              </a:rPr>
              <a:t>Adele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Someone Like You (Live Acoustic)   (2011)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Someone Like You (Live Acoustic)   (2011)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Someone Like You (Live Acoustic)   (2011)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Cooper Black"/>
              </a:rPr>
              <a:t>Someone Like You (Live Acoustic)   (2011)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Cooper Black"/>
              </a:rPr>
              <a:t>Someone Like You (Live Acoustic)   (2011)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edgardo dona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3858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ooper Black"/>
              </a:rPr>
              <a:t>Orquesta de Edgardo Donato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Con Lita Morales y Romeo Gavioli (1940 - 1940)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Con Lita Morales y Romeo Gavioli (1940 - 1940)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Con Lita Morales y Romeo Gavioli (1940 - 1940)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Con Lita Morales y Romeo Gavioli (1940 - 1940)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Cooper Black"/>
              </a:rPr>
              <a:t>Con Lita Morales y Romeo Gavioli (1940 - 1940)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Mi serenata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Juan Carlos Thorry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Mi serenata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Juan Carlos Thorry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Mi serenata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Juan Carlos Thorry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Mi serenata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Juan Carlos Thorry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Mi serenata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Edgardo Donato - Letra: Juan Carlos Thorry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Yo te amo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Carlos Lenzi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Yo te amo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Carlos Lenzi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Yo te amo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Carlos Lenzi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Yo te amo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Edgardo Donato - Letra: Carlos Lenzi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Yo te amo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Edgardo Donato - Letra: Carlos Lenzi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000000"/>
                </a:solidFill>
                <a:latin typeface="Bernard MT Condensed"/>
              </a:rPr>
              <a:t>La melodía del corazón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Fioravanti Di Cicco y Héctor Artola - Letra: Carmelo Santiago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000000"/>
                </a:solidFill>
                <a:latin typeface="Bernard MT Condensed"/>
              </a:rPr>
              <a:t>La melodía del corazón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Fioravanti Di Cicco y Héctor Artola - Letra: Carmelo Santiago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000000"/>
                </a:solidFill>
                <a:latin typeface="Bernard MT Condensed"/>
              </a:rPr>
              <a:t>La melodía del corazón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Fioravanti Di Cicco y Héctor Artola - Letra: Carmelo Santiago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000000"/>
                </a:solidFill>
                <a:latin typeface="Bernard MT Condensed"/>
              </a:rPr>
              <a:t>La melodía del corazón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Fioravanti Di Cicco y Héctor Artola - Letra: Carmelo Santiago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FFFFFF"/>
                </a:solidFill>
                <a:latin typeface="Bernard MT Condensed"/>
              </a:rPr>
              <a:t>La melodía del corazón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1600" b="0" i="1">
                <a:solidFill>
                  <a:srgbClr val="FFFFFF"/>
                </a:solidFill>
                <a:latin typeface="Arial"/>
              </a:defRPr>
            </a:pPr>
            <a:r>
              <a:t>Musica: Fioravanti Di Cicco y Héctor Artola - Letra: Carmelo Santiago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0" b="1">
                <a:solidFill>
                  <a:srgbClr val="000000"/>
                </a:solidFill>
                <a:latin typeface="Cooper Black"/>
              </a:rPr>
              <a:t>Roberta Flack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0" b="1">
                <a:solidFill>
                  <a:srgbClr val="000000"/>
                </a:solidFill>
                <a:latin typeface="Cooper Black"/>
              </a:rPr>
              <a:t>Roberta Flack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0" b="1">
                <a:solidFill>
                  <a:srgbClr val="000000"/>
                </a:solidFill>
                <a:latin typeface="Cooper Black"/>
              </a:rPr>
              <a:t>Roberta Flack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0" b="1">
                <a:solidFill>
                  <a:srgbClr val="000000"/>
                </a:solidFill>
                <a:latin typeface="Cooper Black"/>
              </a:rPr>
              <a:t>Roberta Flack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0" b="1">
                <a:solidFill>
                  <a:srgbClr val="FFFFFF"/>
                </a:solidFill>
                <a:latin typeface="Cooper Black"/>
              </a:rPr>
              <a:t>Roberta Flack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Killing Me Softly With His Song   (1973)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Killing Me Softly With His Song   (1973)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Killing Me Softly With His Song   (1973)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Killing Me Softly With His Song   (1973)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Cooper Black"/>
              </a:rPr>
              <a:t>Killing Me Softly With His Song   (1973)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enrique rodrigue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479073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000000"/>
                </a:solidFill>
                <a:latin typeface="Cooper Black"/>
              </a:rPr>
              <a:t>Orquesta de Enrique Rodríguez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000000"/>
                </a:solidFill>
                <a:latin typeface="Cooper Black"/>
              </a:rPr>
              <a:t>Orquesta de Enrique Rodríguez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000000"/>
                </a:solidFill>
                <a:latin typeface="Cooper Black"/>
              </a:rPr>
              <a:t>Orquesta de Enrique Rodríguez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000000"/>
                </a:solidFill>
                <a:latin typeface="Cooper Black"/>
              </a:rPr>
              <a:t>Orquesta de Enrique Rodríguez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100" b="1">
                <a:solidFill>
                  <a:srgbClr val="FFFFFF"/>
                </a:solidFill>
                <a:latin typeface="Cooper Black"/>
              </a:rPr>
              <a:t>Orquesta de Enrique Rodríguez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Armando Moreno (1940 - 1942)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Armando Moreno (1940 - 1942)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Armando Moreno (1940 - 1942)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Armando Moreno (1940 - 1942)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Armando Moreno (1940 - 1942)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00000"/>
                </a:solidFill>
                <a:latin typeface="Bernard MT Condensed"/>
              </a:rPr>
              <a:t>Yo tambien tuve un carino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00000"/>
                </a:solidFill>
                <a:latin typeface="Bernard MT Condensed"/>
              </a:rPr>
              <a:t>Yo tambien tuve un carino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00000"/>
                </a:solidFill>
                <a:latin typeface="Bernard MT Condensed"/>
              </a:rPr>
              <a:t>Yo tambien tuve un carino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00000"/>
                </a:solidFill>
                <a:latin typeface="Bernard MT Condensed"/>
              </a:rPr>
              <a:t>Yo tambien tuve un carino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FFFFFF"/>
                </a:solidFill>
                <a:latin typeface="Bernard MT Condensed"/>
              </a:rPr>
              <a:t>Yo tambien tuve un carino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000000"/>
                </a:solidFill>
                <a:latin typeface="Bernard MT Condensed"/>
              </a:rPr>
              <a:t>En la buena y en la mala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000000"/>
                </a:solidFill>
                <a:latin typeface="Bernard MT Condensed"/>
              </a:rPr>
              <a:t>En la buena y en la mala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000000"/>
                </a:solidFill>
                <a:latin typeface="Bernard MT Condensed"/>
              </a:rPr>
              <a:t>En la buena y en la mala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000000"/>
                </a:solidFill>
                <a:latin typeface="Bernard MT Condensed"/>
              </a:rPr>
              <a:t>En la buena y en la mala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FFFFFF"/>
                </a:solidFill>
                <a:latin typeface="Bernard MT Condensed"/>
              </a:rPr>
              <a:t>En la buena y en la mala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Enrique Rodríguez - Letra: Enrique Cadícamo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000000"/>
                </a:solidFill>
                <a:latin typeface="Bernard MT Condensed"/>
              </a:rPr>
              <a:t>Cómo se pianta la vida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Viván - Letra: Carlos Viván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000000"/>
                </a:solidFill>
                <a:latin typeface="Bernard MT Condensed"/>
              </a:rPr>
              <a:t>Cómo se pianta la vida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Viván - Letra: Carlos Viván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000000"/>
                </a:solidFill>
                <a:latin typeface="Bernard MT Condensed"/>
              </a:rPr>
              <a:t>Cómo se pianta la vida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Viván - Letra: Carlos Viván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000000"/>
                </a:solidFill>
                <a:latin typeface="Bernard MT Condensed"/>
              </a:rPr>
              <a:t>Cómo se pianta la vida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Viván - Letra: Carlos Viván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0">
                <a:solidFill>
                  <a:srgbClr val="FFFFFF"/>
                </a:solidFill>
                <a:latin typeface="Bernard MT Condensed"/>
              </a:rPr>
              <a:t>Cómo se pianta la vida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Carlos Viván - Letra: Carlos Viván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300" b="1">
                <a:solidFill>
                  <a:srgbClr val="000000"/>
                </a:solidFill>
                <a:latin typeface="Cooper Black"/>
              </a:rPr>
              <a:t>Stephen Sanchez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300" b="1">
                <a:solidFill>
                  <a:srgbClr val="000000"/>
                </a:solidFill>
                <a:latin typeface="Cooper Black"/>
              </a:rPr>
              <a:t>Stephen Sanchez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300" b="1">
                <a:solidFill>
                  <a:srgbClr val="000000"/>
                </a:solidFill>
                <a:latin typeface="Cooper Black"/>
              </a:rPr>
              <a:t>Stephen Sanchez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300" b="1">
                <a:solidFill>
                  <a:srgbClr val="000000"/>
                </a:solidFill>
                <a:latin typeface="Cooper Black"/>
              </a:rPr>
              <a:t>Stephen Sanchez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300" b="1">
                <a:solidFill>
                  <a:srgbClr val="FFFFFF"/>
                </a:solidFill>
                <a:latin typeface="Cooper Black"/>
              </a:rPr>
              <a:t>Stephen Sanchez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1">
                <a:solidFill>
                  <a:srgbClr val="000000"/>
                </a:solidFill>
                <a:latin typeface="Cooper Black"/>
              </a:rPr>
              <a:t>Until I Found You   (2022)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1">
                <a:solidFill>
                  <a:srgbClr val="000000"/>
                </a:solidFill>
                <a:latin typeface="Cooper Black"/>
              </a:rPr>
              <a:t>Until I Found You   (2022)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1">
                <a:solidFill>
                  <a:srgbClr val="000000"/>
                </a:solidFill>
                <a:latin typeface="Cooper Black"/>
              </a:rPr>
              <a:t>Until I Found You   (2022)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1">
                <a:solidFill>
                  <a:srgbClr val="000000"/>
                </a:solidFill>
                <a:latin typeface="Cooper Black"/>
              </a:rPr>
              <a:t>Until I Found You   (2022)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1">
                <a:solidFill>
                  <a:srgbClr val="FFFFFF"/>
                </a:solidFill>
                <a:latin typeface="Cooper Black"/>
              </a:rPr>
              <a:t>Until I Found You   (2022)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angel d'agosti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36713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Ángel D'Agostino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Ángel D'Agostino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Ángel D'Agostino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Ángel D'Agostino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FFFFFF"/>
                </a:solidFill>
                <a:latin typeface="Cooper Black"/>
              </a:rPr>
              <a:t>Orquesta de Ángel D'Agostino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Ángel Vargas (1941 - 1941)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Ángel Vargas (1941 - 1941)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Ángel Vargas (1941 - 1941)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Ángel Vargas (1941 - 1941)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Ángel Vargas (1941 - 1941)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Yacaré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Alfredo Attadía - Letra: Mario Soto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Yacaré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Alfredo Attadía - Letra: Mario Soto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Yacaré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Alfredo Attadía - Letra: Mario Soto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Yacaré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Alfredo Attadía - Letra: Mario Soto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El Yacaré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Alfredo Attadía - Letra: Mario Soto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Adiós arrabal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J.Baüer:Com;C.C.Lenzi:Aut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Adiós arrabal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J.Baüer:Com;C.C.Lenzi:Aut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Adiós arrabal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J.Baüer:Com;C.C.Lenzi:Aut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Adiós arrabal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J.Baüer:Com;C.C.Lenzi:Aut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Adiós arrabal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J.Baüer:Com;C.C.Lenzi:Aut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Una pena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Adolfo Rosquellas - Letra: Arturo Albert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Una pena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Adolfo Rosquellas - Letra: Arturo Albert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Una pena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Adolfo Rosquellas - Letra: Arturo Albert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Una pena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Adolfo Rosquellas - Letra: Arturo Albert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Una pena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Adolfo Rosquellas - Letra: Arturo Albert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1">
                <a:solidFill>
                  <a:srgbClr val="000000"/>
                </a:solidFill>
                <a:latin typeface="Cooper Black"/>
              </a:rPr>
              <a:t>Felix Jaehn Feat. Jasime Thompson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1">
                <a:solidFill>
                  <a:srgbClr val="000000"/>
                </a:solidFill>
                <a:latin typeface="Cooper Black"/>
              </a:rPr>
              <a:t>Felix Jaehn Feat. Jasime Thompson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1">
                <a:solidFill>
                  <a:srgbClr val="000000"/>
                </a:solidFill>
                <a:latin typeface="Cooper Black"/>
              </a:rPr>
              <a:t>Felix Jaehn Feat. Jasime Thompson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1">
                <a:solidFill>
                  <a:srgbClr val="000000"/>
                </a:solidFill>
                <a:latin typeface="Cooper Black"/>
              </a:rPr>
              <a:t>Felix Jaehn Feat. Jasime Thompson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Cooper Black"/>
              </a:rPr>
              <a:t>Felix Jaehn Feat. Jasime Thompson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Ain't Nobody (Loves Me Better)   (2015)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Ain't Nobody (Loves Me Better)   (2015)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Ain't Nobody (Loves Me Better)   (2015)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Cooper Black"/>
              </a:rPr>
              <a:t>Ain't Nobody (Loves Me Better)   (2015)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Cooper Black"/>
              </a:rPr>
              <a:t>Ain't Nobody (Loves Me Better)   (2015)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miguel ca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57475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Miguel Caló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Miguel Caló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Miguel Caló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Miguel Caló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FFFFFF"/>
                </a:solidFill>
                <a:latin typeface="Cooper Black"/>
              </a:rPr>
              <a:t>Orquesta de Miguel Caló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ooper Black"/>
              </a:rPr>
              <a:t>Vals con Alberto Podestá y Raul Iriarte (1941 - 1946)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ooper Black"/>
              </a:rPr>
              <a:t>Vals con Alberto Podestá y Raul Iriarte (1941 - 1946)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ooper Black"/>
              </a:rPr>
              <a:t>Vals con Alberto Podestá y Raul Iriarte (1941 - 1946)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ooper Black"/>
              </a:rPr>
              <a:t>Vals con Alberto Podestá y Raul Iriarte (1941 - 1946)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ooper Black"/>
              </a:rPr>
              <a:t>Vals con Alberto Podestá y Raul Iriarte (1941 - 1946)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000000"/>
                </a:solidFill>
                <a:latin typeface="Bernard MT Condensed"/>
              </a:rPr>
              <a:t>Bajo un cielo de estrellas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Enrique Francini y Héctor Stamponi - Letra: José María Contursi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000000"/>
                </a:solidFill>
                <a:latin typeface="Bernard MT Condensed"/>
              </a:rPr>
              <a:t>Bajo un cielo de estrellas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Enrique Francini y Héctor Stamponi - Letra: José María Contursi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000000"/>
                </a:solidFill>
                <a:latin typeface="Bernard MT Condensed"/>
              </a:rPr>
              <a:t>Bajo un cielo de estrellas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Enrique Francini y Héctor Stamponi - Letra: José María Contursi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000000"/>
                </a:solidFill>
                <a:latin typeface="Bernard MT Condensed"/>
              </a:rPr>
              <a:t>Bajo un cielo de estrellas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Enrique Francini y Héctor Stamponi - Letra: José María Contursi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FFFFFF"/>
                </a:solidFill>
                <a:latin typeface="Bernard MT Condensed"/>
              </a:rPr>
              <a:t>Bajo un cielo de estrellas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FFFFFF"/>
                </a:solidFill>
                <a:latin typeface="Arial"/>
              </a:defRPr>
            </a:pPr>
            <a:r>
              <a:t>Musica: Enrique Francini y Héctor Stamponi - Letra: José María Contursi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Pedacito de cielo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Enrique Francini y Héctor Stamponi - Letra: Homero Expósito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Pedacito de cielo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Enrique Francini y Héctor Stamponi - Letra: Homero Expósito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Pedacito de cielo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Enrique Francini y Héctor Stamponi - Letra: Homero Expósito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Pedacito de cielo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1600" b="0" i="1">
                <a:solidFill>
                  <a:srgbClr val="000000"/>
                </a:solidFill>
                <a:latin typeface="Arial"/>
              </a:defRPr>
            </a:pPr>
            <a:r>
              <a:t>Musica: Enrique Francini y Héctor Stamponi - Letra: Homero Expósito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Pedacito de cielo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(1942)</a:t>
            </a:r>
          </a:p>
          <a:p>
            <a:pPr>
              <a:defRPr sz="1600" b="0" i="1">
                <a:solidFill>
                  <a:srgbClr val="FFFFFF"/>
                </a:solidFill>
                <a:latin typeface="Arial"/>
              </a:defRPr>
            </a:pPr>
            <a:r>
              <a:t>Musica: Enrique Francini y Héctor Stamponi - Letra: Homero Expósito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Flor de lino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Héctor Stamponi - Letra: Homero Expósito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Flor de lino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Héctor Stamponi - Letra: Homero Expósito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Flor de lino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Héctor Stamponi - Letra: Homero Expósito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Flor de lino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(1946)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Héctor Stamponi - Letra: Homero Expósito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Flor de lino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(1946)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Héctor Stamponi - Letra: Homero Expósito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0" b="1">
                <a:solidFill>
                  <a:srgbClr val="000000"/>
                </a:solidFill>
                <a:latin typeface="Cooper Black"/>
              </a:rPr>
              <a:t>Andrés Calamaro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0" b="1">
                <a:solidFill>
                  <a:srgbClr val="000000"/>
                </a:solidFill>
                <a:latin typeface="Cooper Black"/>
              </a:rPr>
              <a:t>Andrés Calamaro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0" b="1">
                <a:solidFill>
                  <a:srgbClr val="000000"/>
                </a:solidFill>
                <a:latin typeface="Cooper Black"/>
              </a:rPr>
              <a:t>Andrés Calamaro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0" b="1">
                <a:solidFill>
                  <a:srgbClr val="000000"/>
                </a:solidFill>
                <a:latin typeface="Cooper Black"/>
              </a:rPr>
              <a:t>Andrés Calamaro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0" b="1">
                <a:solidFill>
                  <a:srgbClr val="FFFFFF"/>
                </a:solidFill>
                <a:latin typeface="Cooper Black"/>
              </a:rPr>
              <a:t>Andrés Calamaro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Flaca   (1997)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Flaca   (1997)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Flaca   (1997)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Flaca   (1997)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ooper Black"/>
              </a:rPr>
              <a:t>Flaca   (1997)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rodolfo biag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FFFFFF"/>
                </a:solidFill>
                <a:latin typeface="Cooper Black"/>
              </a:rPr>
              <a:t>Orquesta de Rodolfo Biagi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(1939 - 1942)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(1939 - 1942)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(1939 - 1942)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(1939 - 1942)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Instrumental (1939 - 1942)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Yaguarón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Cipriano Nava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Yaguarón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Cipriano Nava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Yaguarón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Cipriano Nava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Yaguarón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Cipriano Nava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El Yaguarón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Cipriano Nava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Bélgica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Delfino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Bélgica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Delfino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Bélgica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Delfino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Bélgica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Enrique Delfino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Bélgica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(1942)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Enrique Delfino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Pura clase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Adolfo Rosquellas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Pura clase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Adolfo Rosquellas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Pura clase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Adolfo Rosquellas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Pura clase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Adolfo Rosquellas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Pura clase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(1939)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Adolfo Rosquellas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Zaz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Zaz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Zaz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000000"/>
                </a:solidFill>
                <a:latin typeface="Cooper Black"/>
              </a:rPr>
              <a:t>Zaz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 b="1">
                <a:solidFill>
                  <a:srgbClr val="FFFFFF"/>
                </a:solidFill>
                <a:latin typeface="Cooper Black"/>
              </a:rPr>
              <a:t>Zaz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La Vie en rose   (2013)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La Vie en rose   (2013)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La Vie en rose   (2013)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La Vie en rose   (2013)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ooper Black"/>
              </a:rPr>
              <a:t>La Vie en rose   (2013)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ricardo tantu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5324609" cy="6857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ooper Black"/>
              </a:rPr>
              <a:t>Orquesta de Ricardo Tanturi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(1940 - 1941)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(1940 - 1941)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(1940 - 1941)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Instrumental (1940 - 1941)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Instrumental (1940 - 1941)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000000"/>
                </a:solidFill>
                <a:latin typeface="Bernard MT Condensed"/>
              </a:rPr>
              <a:t>Una noche de garufa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Arolas - Letra: Gabriel Clausi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000000"/>
                </a:solidFill>
                <a:latin typeface="Bernard MT Condensed"/>
              </a:rPr>
              <a:t>Una noche de garufa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Arolas - Letra: Gabriel Clausi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000000"/>
                </a:solidFill>
                <a:latin typeface="Bernard MT Condensed"/>
              </a:rPr>
              <a:t>Una noche de garufa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Arolas - Letra: Gabriel Clausi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000000"/>
                </a:solidFill>
                <a:latin typeface="Bernard MT Condensed"/>
              </a:rPr>
              <a:t>Una noche de garufa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Eduardo Arolas - Letra: Gabriel Clausi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>
                <a:solidFill>
                  <a:srgbClr val="FFFFFF"/>
                </a:solidFill>
                <a:latin typeface="Bernard MT Condensed"/>
              </a:rPr>
              <a:t>Una noche de garufa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Eduardo Arolas - Letra: Gabriel Clausi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0">
                <a:solidFill>
                  <a:srgbClr val="000000"/>
                </a:solidFill>
                <a:latin typeface="Bernard MT Condensed"/>
              </a:rPr>
              <a:t>Argañaraz (Aquellas farras)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Roberto Firpo - Letra: Enrique Cadícamo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0">
                <a:solidFill>
                  <a:srgbClr val="000000"/>
                </a:solidFill>
                <a:latin typeface="Bernard MT Condensed"/>
              </a:rPr>
              <a:t>Argañaraz (Aquellas farras)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Roberto Firpo - Letra: Enrique Cadícamo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0">
                <a:solidFill>
                  <a:srgbClr val="000000"/>
                </a:solidFill>
                <a:latin typeface="Bernard MT Condensed"/>
              </a:rPr>
              <a:t>Argañaraz (Aquellas farras)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Roberto Firpo - Letra: Enrique Cadícamo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0">
                <a:solidFill>
                  <a:srgbClr val="000000"/>
                </a:solidFill>
                <a:latin typeface="Bernard MT Condensed"/>
              </a:rPr>
              <a:t>Argañaraz (Aquellas farras)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Roberto Firpo - Letra: Enrique Cadícamo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0">
                <a:solidFill>
                  <a:srgbClr val="FFFFFF"/>
                </a:solidFill>
                <a:latin typeface="Bernard MT Condensed"/>
              </a:rPr>
              <a:t>Argañaraz (Aquellas farras)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(1940)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Roberto Firpo - Letra: Enrique Cadícamo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0">
                <a:solidFill>
                  <a:srgbClr val="000000"/>
                </a:solidFill>
                <a:latin typeface="Bernard MT Condensed"/>
              </a:rPr>
              <a:t>Comparsa criolla (Comme il faut)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Rafael Iriarte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0">
                <a:solidFill>
                  <a:srgbClr val="000000"/>
                </a:solidFill>
                <a:latin typeface="Bernard MT Condensed"/>
              </a:rPr>
              <a:t>Comparsa criolla (Comme il faut)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Rafael Iriarte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0">
                <a:solidFill>
                  <a:srgbClr val="000000"/>
                </a:solidFill>
                <a:latin typeface="Bernard MT Condensed"/>
              </a:rPr>
              <a:t>Comparsa criolla (Comme il faut)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Rafael Iriarte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0">
                <a:solidFill>
                  <a:srgbClr val="000000"/>
                </a:solidFill>
                <a:latin typeface="Bernard MT Condensed"/>
              </a:rPr>
              <a:t>Comparsa criolla (Comme il faut)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Rafael Iriarte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0">
                <a:solidFill>
                  <a:srgbClr val="FFFFFF"/>
                </a:solidFill>
                <a:latin typeface="Bernard MT Condensed"/>
              </a:rPr>
              <a:t>Comparsa criolla (Comme il faut)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Rafael Iriarte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cort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0" b="1">
                <a:solidFill>
                  <a:srgbClr val="000000"/>
                </a:solidFill>
                <a:latin typeface="Cooper Black"/>
              </a:rPr>
              <a:t>Olivia Rodrigo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0" b="1">
                <a:solidFill>
                  <a:srgbClr val="000000"/>
                </a:solidFill>
                <a:latin typeface="Cooper Black"/>
              </a:rPr>
              <a:t>Olivia Rodrigo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000" y="175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0" b="1">
                <a:solidFill>
                  <a:srgbClr val="000000"/>
                </a:solidFill>
                <a:latin typeface="Cooper Black"/>
              </a:rPr>
              <a:t>Olivia Rodrigo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000" y="1845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0" b="1">
                <a:solidFill>
                  <a:srgbClr val="000000"/>
                </a:solidFill>
                <a:latin typeface="Cooper Black"/>
              </a:rPr>
              <a:t>Olivia Rodrigo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1800000"/>
            <a:ext cx="1003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0" b="1">
                <a:solidFill>
                  <a:srgbClr val="FFFFFF"/>
                </a:solidFill>
                <a:latin typeface="Cooper Black"/>
              </a:rPr>
              <a:t>Olivia Rodrigo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Vampire   (2023)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Vampire   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00" y="355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Vampire   (2023)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000" y="3645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000000"/>
                </a:solidFill>
                <a:latin typeface="Cooper Black"/>
              </a:rPr>
              <a:t>Vampire   (2023)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3600000"/>
            <a:ext cx="89532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ooper Black"/>
              </a:rPr>
              <a:t>Vampire   (2023)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_tango_degra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pic>
        <p:nvPicPr>
          <p:cNvPr id="4" name="Picture 3" descr="juan d'arienz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404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00" y="-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00" y="4500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000000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0"/>
            <a:ext cx="11257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0" b="1">
                <a:solidFill>
                  <a:srgbClr val="FFFFFF"/>
                </a:solidFill>
                <a:latin typeface="Cooper Black"/>
              </a:rPr>
              <a:t>Orquesta de Juan D'Arienzo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Héctor Mauré (1941 - 1971)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Héctor Mauré (1941 - 1971)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809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Héctor Mauré (1941 - 1971)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845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Cooper Black"/>
              </a:rPr>
              <a:t>Con Héctor Mauré (1941 - 1971)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827999"/>
            <a:ext cx="1075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Cooper Black"/>
              </a:rPr>
              <a:t>Con Héctor Mauré (1941 - 1971)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562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000" y="5598000"/>
            <a:ext cx="31932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ooper Black"/>
              </a:rPr>
              <a:t>© TDJ Edmundo Fraga
Milonga Mia
15 de Octubre de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580000"/>
            <a:ext cx="3193200" cy="100799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ooper Black"/>
              </a:rPr>
              <a:t>© TDJ Edmundo Fraga
Milonga Mia
15 de Octubre de 2024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0000" y="1620000"/>
            <a:ext cx="6973200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42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olivo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Antonio Scatasso y Domingo Julio Vivas - Letra: Carlos Cabral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olivo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Antonio Scatasso y Domingo Julio Vivas - Letra: Carlos Cabral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8000" y="160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olivo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Antonio Scatasso y Domingo Julio Vivas - Letra: Carlos Cabral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63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El olivo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Antonio Scatasso y Domingo Julio Vivas - Letra: Carlos Cabral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0" y="162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El olivo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(1941)</a:t>
            </a:r>
          </a:p>
          <a:p>
            <a:pPr>
              <a:defRPr sz="1500" b="0" i="1">
                <a:solidFill>
                  <a:srgbClr val="FFFFFF"/>
                </a:solidFill>
                <a:latin typeface="Arial"/>
              </a:defRPr>
            </a:pPr>
            <a:r>
              <a:t>Musica: Antonio Scatasso y Domingo Julio Vivas - Letra: Carlos Cabral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2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000000"/>
                </a:solidFill>
                <a:latin typeface="Bernard MT Condensed"/>
              </a:rPr>
              <a:t>Si la llegaran a ver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D'Arienzo - Letra: Enrique Cadícamo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2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000000"/>
                </a:solidFill>
                <a:latin typeface="Bernard MT Condensed"/>
              </a:rPr>
              <a:t>Si la llegaran a ver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D'Arienzo - Letra: Enrique Cadícamo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6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000000"/>
                </a:solidFill>
                <a:latin typeface="Bernard MT Condensed"/>
              </a:rPr>
              <a:t>Si la llegaran a ver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D'Arienzo - Letra: Enrique Cadícamo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89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000000"/>
                </a:solidFill>
                <a:latin typeface="Bernard MT Condensed"/>
              </a:rPr>
              <a:t>Si la llegaran a ver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Juan D'Arienzo - Letra: Enrique Cadícamo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288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700" b="0">
                <a:solidFill>
                  <a:srgbClr val="FFFFFF"/>
                </a:solidFill>
                <a:latin typeface="Bernard MT Condensed"/>
              </a:rPr>
              <a:t>Si la llegaran a ver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(1943)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Juan D'Arienzo - Letra: Enrique Cadícamo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2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Amarras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(1944)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Marchisio - Letra: Carmelo Santiago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2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Amarras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(1944)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Marchisio - Letra: Carmelo Santiago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8000" y="412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Amarras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(1944)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Marchisio - Letra: Carmelo Santiago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000" y="415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Amarras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(1944)</a:t>
            </a:r>
          </a:p>
          <a:p>
            <a:pPr>
              <a:defRPr sz="2000" b="0" i="1">
                <a:solidFill>
                  <a:srgbClr val="000000"/>
                </a:solidFill>
                <a:latin typeface="Arial"/>
              </a:defRPr>
            </a:pPr>
            <a:r>
              <a:t>Musica: Carlos Marchisio - Letra: Carmelo Santiago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14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Amarras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(1944)</a:t>
            </a:r>
          </a:p>
          <a:p>
            <a:pPr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Musica: Carlos Marchisio - Letra: Carmelo Santiago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2000" y="538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cumparsita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(1971)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Gerardo Matos Rodriguez - Letra: Gerardo Matos Rodriguez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2000" y="541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cumparsita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(1971)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Gerardo Matos Rodriguez - Letra: Gerardo Matos Rodriguez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8000" y="5382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cumparsita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(1971)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Gerardo Matos Rodriguez - Letra: Gerardo Matos Rodriguez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8000" y="5418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000000"/>
                </a:solidFill>
                <a:latin typeface="Bernard MT Condensed"/>
              </a:rPr>
              <a:t>La cumparsita</a:t>
            </a:r>
            <a:r>
              <a:rPr sz="2000" b="0" i="0">
                <a:solidFill>
                  <a:srgbClr val="000000"/>
                </a:solidFill>
                <a:latin typeface="Arial"/>
              </a:rPr>
              <a:t>   (1971)</a:t>
            </a:r>
          </a:p>
          <a:p>
            <a:pPr>
              <a:defRPr sz="1500" b="0" i="1">
                <a:solidFill>
                  <a:srgbClr val="000000"/>
                </a:solidFill>
                <a:latin typeface="Arial"/>
              </a:defRPr>
            </a:pPr>
            <a:r>
              <a:t>Musica: Gerardo Matos Rodriguez - Letra: Gerardo Matos Rodriguez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0000" y="5400000"/>
            <a:ext cx="69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0">
                <a:solidFill>
                  <a:srgbClr val="FFFFFF"/>
                </a:solidFill>
                <a:latin typeface="Bernard MT Condensed"/>
              </a:rPr>
              <a:t>La cumparsita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 (1971)</a:t>
            </a:r>
          </a:p>
          <a:p>
            <a:pPr>
              <a:defRPr sz="1500" b="0" i="1">
                <a:solidFill>
                  <a:srgbClr val="FFFFFF"/>
                </a:solidFill>
                <a:latin typeface="Arial"/>
              </a:defRPr>
            </a:pPr>
            <a:r>
              <a:t>Musica: Gerardo Matos Rodriguez - Letra: Gerardo Matos Rodriguez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